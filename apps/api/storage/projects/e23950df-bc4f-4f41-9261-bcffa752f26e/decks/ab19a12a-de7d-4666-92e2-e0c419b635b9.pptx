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548640" cy="109728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0">
                <a:solidFill>
                  <a:srgbClr val="3A8C91"/>
                </a:solidFill>
                <a:latin typeface="Aptos"/>
              </a:rPr>
              <a:t>OBSIDIAN GROUP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Change programme focuses on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EF1F3"/>
                </a:solidFill>
                <a:latin typeface="Aptos"/>
              </a:rPr>
              <a:t>Change strategy brief —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2C343C"/>
                </a:solidFill>
                <a:latin typeface="Aptos"/>
              </a:rPr>
              <a:t>The programme aims to improve customer experience, consistency, and reduce repetitive manual work. A weekly change dashboard will be created for executives and regional leaders. Store managers will receive a manager enablement pack before the next regional rollout wave. Customer service communications will include a clear statement on role impact, retraining, and support. Regional rollout will remain phased, but leadership wants a single source of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22815" y="1005840"/>
            <a:ext cx="1828800" cy="2926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2815" y="10058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spc="200">
                <a:solidFill>
                  <a:srgbClr val="FFFFFF"/>
                </a:solidFill>
                <a:latin typeface="Aptos"/>
              </a:rPr>
              <a:t>MEDIUM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8872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Adoption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Early pilot data suggests lower adoption where middle managers are not actively reinforcing the workflow, as noted in [chunk:88ff9013-219f-4010-8e5d-e9e8277e3d15]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05156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05156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0439" y="118872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Data Quality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0439" y="155448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Weekly reporting is currently manual and inconsistent, with teams using different templates and definitions, as noted in [chunk:049e8e8a-4a1b-4306-a8ab-6473cb45ec87]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8036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Regional 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4612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Regional managers have mixed sentiment and are concerned about control over local rollout plans, as noted in [chunk:4da71a7e-b807-4acd-bb06-12e125cb30ef]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274320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274320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288036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Messaging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324612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Different decks and informal explanations are creating confusion and message drift, as noted in [chunk:3e322362-8d82-483b-835e-49649eb0b34e]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57200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Operational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93776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COO wants weekly adoption reporting by region, with a clear view of blockers, training completion, and support handling time, as noted in [chunk:6a59282d-634b-4ff0-ae7c-7a8a6b3dbfd0]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Key performance indicators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729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463"/>
                <a:gridCol w="2029913"/>
                <a:gridCol w="2255459"/>
                <a:gridCol w="225545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KPI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Current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Target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Trend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Digital Workflow Adoption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0.88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Customer Support Handling Time Reduction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11.6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Employee Sentiment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0.71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above 70%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Manual Reporting Effort Reduction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13.6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Weekly Reporting Completion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Training Completion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0.79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above 90%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0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Publish Milestone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17320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Create and publish a milestone map to mitigate rollout timeline uncertainty, expected to reduce confusion and increase trust among stakeholders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84248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Create Programme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Develop a single programme narrative and communication pack to ensure consistent messaging and reduce uncertainty, expected to improve stakeholder 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25496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25496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71216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Establish Weekly Regional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91256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Develop a weekly view by region to track progress and spot blockers, expected to improve decision-making and reduce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12464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12464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Validate Regional Rollout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78224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Validate regional rollout dates with each regional director to ensure a smooth rollout, expected to reduce timeline uncertainty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9432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9432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45152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Develop 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65192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Develop an executive dashboard with a simple way to spot blockers, expected to improve decision-making and reduce risks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Obsidian_Group_Change_Data_Pack.xlsx, Obsidian_Group_AI_Call_Notes.docx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