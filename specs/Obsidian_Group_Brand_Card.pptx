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OBSIDIAN GROUP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6655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3A8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CARD  ·  V1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4415" cy="10973"/>
          </a:xfrm>
          <a:prstGeom prst="rect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7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identity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Logo, colour palette, and typography reference for Obsidian Group communications.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457200" cy="36576"/>
          </a:xfrm>
          <a:prstGeom prst="rect">
            <a:avLst/>
          </a:prstGeom>
          <a:solidFill>
            <a:srgbClr val="3A8C91"/>
          </a:solidFill>
          <a:ln w="12700">
            <a:solidFill>
              <a:srgbClr val="3A8C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4572000" cy="4023360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A8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</a:t>
            </a:r>
            <a:endParaRPr lang="en-US" sz="1000" dirty="0"/>
          </a:p>
        </p:txBody>
      </p:sp>
      <p:pic>
        <p:nvPicPr>
          <p:cNvPr id="10" name="Image 0" descr="/home/claude/obsidi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880360"/>
            <a:ext cx="2926080" cy="2926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mark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Crystal mark + wordmark, stacked.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40680" y="2542032"/>
            <a:ext cx="6202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A8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PALETTE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40680" y="2880360"/>
            <a:ext cx="1957730" cy="1645920"/>
          </a:xfrm>
          <a:prstGeom prst="rect">
            <a:avLst/>
          </a:prstGeom>
          <a:solidFill>
            <a:srgbClr val="0D171E"/>
          </a:solidFill>
          <a:ln w="12700">
            <a:solidFill>
              <a:srgbClr val="0D17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3017520"/>
            <a:ext cx="15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CD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23560" y="3337560"/>
            <a:ext cx="1591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Obsidian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623560" y="4023360"/>
            <a:ext cx="15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#0D171E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23560" y="4261104"/>
            <a:ext cx="1591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13 / 23 / 30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563002" y="2880360"/>
            <a:ext cx="1957730" cy="1645920"/>
          </a:xfrm>
          <a:prstGeom prst="rect">
            <a:avLst/>
          </a:prstGeom>
          <a:solidFill>
            <a:srgbClr val="2C343C"/>
          </a:solidFill>
          <a:ln w="12700">
            <a:solidFill>
              <a:srgbClr val="2C34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45882" y="3017520"/>
            <a:ext cx="15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CD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45882" y="3337560"/>
            <a:ext cx="1591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Slate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45882" y="4023360"/>
            <a:ext cx="15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#2C343C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45882" y="4261104"/>
            <a:ext cx="1591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44 / 52 / 60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685325" y="2880360"/>
            <a:ext cx="1957730" cy="1645920"/>
          </a:xfrm>
          <a:prstGeom prst="rect">
            <a:avLst/>
          </a:prstGeom>
          <a:solidFill>
            <a:srgbClr val="3A8C91"/>
          </a:solidFill>
          <a:ln w="12700">
            <a:solidFill>
              <a:srgbClr val="3A8C9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68205" y="3017520"/>
            <a:ext cx="15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CD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868205" y="3337560"/>
            <a:ext cx="1591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Teal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868205" y="4023360"/>
            <a:ext cx="15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#3A8C91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68205" y="4261104"/>
            <a:ext cx="1591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58 / 140 / 145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40680" y="4617720"/>
            <a:ext cx="594360" cy="594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53912" y="4636008"/>
            <a:ext cx="713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Stone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53912" y="4910328"/>
            <a:ext cx="713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#6B7280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032422" y="4617720"/>
            <a:ext cx="594360" cy="594360"/>
          </a:xfrm>
          <a:prstGeom prst="rect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45654" y="4636008"/>
            <a:ext cx="713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Hairline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745654" y="4910328"/>
            <a:ext cx="713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#D9DEE3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624164" y="4617720"/>
            <a:ext cx="594360" cy="594360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37396" y="4636008"/>
            <a:ext cx="713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Fog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337396" y="4910328"/>
            <a:ext cx="713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#EEF1F3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0215905" y="461772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929137" y="4636008"/>
            <a:ext cx="713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0929137" y="4910328"/>
            <a:ext cx="713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440680" y="5349240"/>
            <a:ext cx="6202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spc="400" kern="0" dirty="0">
                <a:solidFill>
                  <a:srgbClr val="3A8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Obsidian dominates (60–70% of the visual area). Slate carries body content. Teal is reserved for emphasis, links, and a single accent per page.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440680" y="5989320"/>
            <a:ext cx="6202375" cy="10973"/>
          </a:xfrm>
          <a:prstGeom prst="rect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40680" y="6126480"/>
            <a:ext cx="620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A8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440680" y="6355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7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</a:t>
            </a:r>
            <a:endParaRPr lang="en-US" sz="3400" dirty="0"/>
          </a:p>
        </p:txBody>
      </p:sp>
      <p:sp>
        <p:nvSpPr>
          <p:cNvPr id="45" name="Text 42"/>
          <p:cNvSpPr/>
          <p:nvPr/>
        </p:nvSpPr>
        <p:spPr>
          <a:xfrm>
            <a:off x="6263640" y="6373368"/>
            <a:ext cx="2141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Aptos Display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Headings  ·  36–44 pt bold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679028" y="6355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</a:t>
            </a:r>
            <a:endParaRPr lang="en-US" sz="3400" dirty="0"/>
          </a:p>
        </p:txBody>
      </p:sp>
      <p:sp>
        <p:nvSpPr>
          <p:cNvPr id="47" name="Text 44"/>
          <p:cNvSpPr/>
          <p:nvPr/>
        </p:nvSpPr>
        <p:spPr>
          <a:xfrm>
            <a:off x="9501988" y="6373368"/>
            <a:ext cx="2141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7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Aptos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 ·  11–14 pt regular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Sampled from the Obsidian Group identity assets  ·  17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Obsidian Group — Brand Card</dc:title>
  <dc:subject>PptxGenJS Presentation</dc:subject>
  <dc:creator>PptxGenJS</dc:creator>
  <cp:lastModifiedBy>PptxGenJS</cp:lastModifiedBy>
  <cp:revision>1</cp:revision>
  <dcterms:created xsi:type="dcterms:W3CDTF">2026-04-25T16:15:00Z</dcterms:created>
  <dcterms:modified xsi:type="dcterms:W3CDTF">2026-04-25T16:15:00Z</dcterms:modified>
</cp:coreProperties>
</file>